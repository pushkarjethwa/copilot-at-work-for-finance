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AF6F7"/>
                </a:solidFill>
              </a:defRPr>
            </a:pPr>
            <a:r>
              <a:t>Onboarding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85E6D4"/>
                </a:solidFill>
              </a:defRPr>
            </a:pPr>
            <a:r>
              <a:t>Executive update • replace with verified findings</a:t>
            </a:r>
            <a:br/>
            <a:br/>
            <a:r>
              <a:t>[SYNTHETIC TRAINING DATA — DO NOT DISTRIBUTE]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799B1"/>
                </a:solidFill>
              </a:defRPr>
            </a:pPr>
            <a:r>
              <a:t>CRESCENT BAY BANK  /  GRADUATE OPERATIONS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AF6F7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85E6D4"/>
                </a:solidFill>
              </a:defRPr>
            </a:pPr>
            <a:r>
              <a:t>What changed, what it means, what needs approval</a:t>
            </a:r>
            <a:br/>
            <a:br/>
            <a:r>
              <a:t>[SYNTHETIC TRAINING DATA — DO NOT DISTRIBUTE]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799B1"/>
                </a:solidFill>
              </a:defRPr>
            </a:pPr>
            <a:r>
              <a:t>CRESCENT BAY BANK  /  GRADUATE OPERATIONS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AF6F7"/>
                </a:solidFill>
              </a:defRPr>
            </a:pPr>
            <a:r>
              <a:t>Branch KPI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85E6D4"/>
                </a:solidFill>
              </a:defRPr>
            </a:pPr>
            <a:r>
              <a:t>Insert validated table/chart; state denominator and exclusions</a:t>
            </a:r>
            <a:br/>
            <a:br/>
            <a:r>
              <a:t>[SYNTHETIC TRAINING DATA — DO NOT DISTRIBUTE]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799B1"/>
                </a:solidFill>
              </a:defRPr>
            </a:pPr>
            <a:r>
              <a:t>CRESCENT BAY BANK  /  GRADUATE OPERATIONS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AF6F7"/>
                </a:solidFill>
              </a:defRPr>
            </a:pPr>
            <a:r>
              <a:t>Risks and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85E6D4"/>
                </a:solidFill>
              </a:defRPr>
            </a:pPr>
            <a:r>
              <a:t>Owners • due dates • dependencies</a:t>
            </a:r>
            <a:br/>
            <a:br/>
            <a:r>
              <a:t>[SYNTHETIC TRAINING DATA — DO NOT DISTRIBUTE]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799B1"/>
                </a:solidFill>
              </a:defRPr>
            </a:pPr>
            <a:r>
              <a:t>CRESCENT BAY BANK  /  GRADUATE OPERATIONS SIMULATION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AF6F7"/>
                </a:solidFill>
              </a:defRPr>
            </a:pPr>
            <a:r>
              <a:t>Decision Requested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85E6D4"/>
                </a:solidFill>
              </a:defRPr>
            </a:pPr>
            <a:r>
              <a:t>What leadership needs to approve</a:t>
            </a:r>
            <a:br/>
            <a:br/>
            <a:r>
              <a:t>[SYNTHETIC TRAINING DATA — DO NOT DISTRIBUTE]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799B1"/>
                </a:solidFill>
              </a:defRPr>
            </a:pPr>
            <a:r>
              <a:t>CRESCENT BAY BANK  /  GRADUATE OPERATIONS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